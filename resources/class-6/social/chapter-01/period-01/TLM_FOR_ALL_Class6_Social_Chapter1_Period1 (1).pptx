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CHAPTER 1 — READING AND MAKING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Experience → Observe → Explain → 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PERIOD 1 • Maps, District Map &amp; Sketch Map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SCERT Telangana • Class 6 Social Studies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🌟 Inspiration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Start with curiosity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“Maps help us understand places.”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తెలుగు: “పటాలు మనకు ప్రదేశాలను అర్థం చేసుకోవడానికి సహాయపడతాయి.”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Today we will explore maps through real places, stories and activities.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🧠 Previous Knowledge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Assessment for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• Have you seen a map before?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Can you find your district on a map?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What information can a map show?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Have you used a map to find a place?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Teacher listens first, then connects answers to SCERT.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📖 SCERT — 1.1 District Political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SCERT page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SHOW THE ORIGINAL SCERT PAGE HERE — full, readable, no cropping.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Teacher focus: “Today, we will study the map of our own district.”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🗺️ Explore Our District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Observe → Think → Discuss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Observe and locate: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villages and towns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nearby villages/towns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rivers, streams and water bodies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roads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railway stations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Let children observe before explanation.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🌍 EXPLORE ON GOOGLE EARTH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Interactive teacher option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Teacher-controlled exploration slot.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REAL PLACE → SATELLITE VIEW → MAP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Use only when it strengthens the lesson.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🎮 LET’S PLAY A MAP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SCERT activity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Two teams play a Yes/No map game.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Team A secretly selects a place.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Team B asks only Yes/No questions to identify it.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Goal: learn to use map clues.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🎬 REAL CLASSROOM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Teacher + students performing the SCERT map game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508760"/>
            <a:ext cx="10241280" cy="4297680"/>
          </a:xfrm>
          <a:prstGeom prst="roundRect">
            <a:avLst/>
          </a:prstGeom>
          <a:solidFill>
            <a:srgbClr val="E8F1F5"/>
          </a:solidFill>
          <a:ln w="2540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C3F60"/>
                </a:solidFill>
              </a:defRPr>
            </a:pPr>
            <a:r>
              <a:t>▶  VIDEO SLOT</a:t>
            </a:r>
            <a:br/>
            <a:r>
              <a:t>High-clarity cinematic video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🗺️ WHAT CAN A MAP TELL 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SCERT concept → concrete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Maps help us understand the location and features of places.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📍 Where is a place?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🌊 Is water nearby?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🛣️ What routes are shown?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🏘️ Where are settlements?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🎬 LAILA &amp; MALLIKA — STORY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Cinematic chapter-introduction video slot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508760"/>
            <a:ext cx="10241280" cy="4297680"/>
          </a:xfrm>
          <a:prstGeom prst="roundRect">
            <a:avLst/>
          </a:prstGeom>
          <a:solidFill>
            <a:srgbClr val="E8F1F5"/>
          </a:solidFill>
          <a:ln w="2540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C3F60"/>
                </a:solidFill>
              </a:defRPr>
            </a:pPr>
            <a:r>
              <a:t>▶  VIDEO SLOT</a:t>
            </a:r>
            <a:br/>
            <a:r>
              <a:t>High-clarity cinematic video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📖 1.2 WAY TO MALLIKA’S HOUSE — SKETCH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SCERT page placeholder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SHOW THE ORIGINAL SCERT PAGE HERE — full and readable.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Teacher: “First observe the sketch map. Do not explain everything yet.”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🗺️ MALLIKA’S SKETCH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Observe → Think → Explain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Observe the route and landmarks.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🔎 What turns do you notice?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📍 Which landmarks can you identify?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🏠 Which buildings are shown?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🎬 MALLIKA FOLLOWS THE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Video slot: Mallika follows her sketch map and matches landmarks with real places.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508760"/>
            <a:ext cx="10241280" cy="4297680"/>
          </a:xfrm>
          <a:prstGeom prst="roundRect">
            <a:avLst/>
          </a:prstGeom>
          <a:solidFill>
            <a:srgbClr val="E8F1F5"/>
          </a:solidFill>
          <a:ln w="2540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C3F60"/>
                </a:solidFill>
              </a:defRPr>
            </a:pPr>
            <a:r>
              <a:t>▶  VIDEO SLOT</a:t>
            </a:r>
            <a:br/>
            <a:r>
              <a:t>High-clarity cinematic video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🔍 WHAT INFORMATION IS MISSING?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Prepare the next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Discuss: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Can the sketch map help us find the route?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Is the direction always clear?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Is the distance clear?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What else might a useful map need?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👩‍🏫 REAL-PLACE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Experiential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Teacher takes children to a familiar school route.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REAL PLACE → OBSERVE → SKETCH → COMPARE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Future video slot: teacher demonstrates the route concretely.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🎮 BUILD A SIMPLE SKETCH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Create → Explain → Peer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Draw a simple route from one familiar place to another.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Add 2–3 landmarks.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Explain your map to a partner.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😂 4-CHARACTER MAP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Meaningful comedy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Four characters try to reach a destination using a sketch map.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One follows correctly; one misses a landmark; one takes a wrong turn; one notices the clue and helps.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📊 ASSESSMENT FOR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CCE — continuous classroom assessment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Teacher checks during the period: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☑ observes map carefully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☑ identifies places/landmarks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☑ asks useful questions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☑ follows a route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☑ explains a sketch map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Feedback is immediate and supportive.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noFill/>
          <a:ln w="3175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201168"/>
            <a:ext cx="11786616" cy="6455664"/>
          </a:xfrm>
          <a:prstGeom prst="rect">
            <a:avLst/>
          </a:prstGeom>
          <a:noFill/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502920"/>
            <a:ext cx="1325880" cy="1325880"/>
          </a:xfrm>
          <a:prstGeom prst="ellipse">
            <a:avLst/>
          </a:prstGeom>
          <a:solidFill>
            <a:srgbClr val="E0EEF4"/>
          </a:solidFill>
          <a:ln>
            <a:solidFill>
              <a:srgbClr val="B4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859536"/>
            <a:ext cx="685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9052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C3F60"/>
                </a:solidFill>
              </a:defRPr>
            </a:pPr>
            <a:r>
              <a:t>🎫 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8961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9828C"/>
                </a:solidFill>
              </a:defRPr>
            </a:pPr>
            <a:r>
              <a:t>Period 1 reflection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4526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/>
          <a:lstStyle/>
          <a:p>
            <a:pPr algn="ctr"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English: “One thing I learned from a map today is ______.”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తెలుగు: “ఈ రోజు పటం ద్వారా నేను నేర్చుకున్న ఒక విషయం ______.”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Teacher uses responses to plan the next period.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263640"/>
            <a:ext cx="20574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828C"/>
                </a:solidFill>
              </a:defRPr>
            </a:pPr>
            <a:r>
              <a:t>🌍 Explore Google Earth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6263640"/>
            <a:ext cx="123444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BAA3C"/>
                </a:solidFill>
              </a:defRPr>
            </a:pPr>
            <a:r>
              <a:t>🎬 Video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6263640"/>
            <a:ext cx="137160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C3F60"/>
                </a:solidFill>
              </a:defRPr>
            </a:pPr>
            <a:r>
              <a:t>🇬🇧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263640"/>
            <a:ext cx="1280160" cy="3291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0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0965F"/>
                </a:solidFill>
              </a:defRPr>
            </a:pPr>
            <a:r>
              <a:t>తెలుగు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